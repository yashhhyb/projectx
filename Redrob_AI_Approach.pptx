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Redrob AI Candidate Ranking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Discovery &amp; Matching System</a:t>
            </a:r>
          </a:p>
          <a:p/>
          <a:p>
            <a:r>
              <a:t>What we built, why we built it, and how it works.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 &amp; Why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Challenge:</a:t>
            </a:r>
          </a:p>
          <a:p>
            <a:pPr lvl="1"/>
            <a:r>
              <a:t>Keyword matching is easily gamed and misses true context.</a:t>
            </a:r>
          </a:p>
          <a:p>
            <a:pPr>
              <a:spcBef>
                <a:spcPts val="1400"/>
              </a:spcBef>
            </a:pPr>
            <a:r>
              <a:t>The Philosophy (Why we built it this way):</a:t>
            </a:r>
          </a:p>
          <a:p>
            <a:pPr lvl="1"/>
            <a:r>
              <a:t>Holistic View: Use all 23 behavioral signals (response rate, notice period, etc.).</a:t>
            </a:r>
          </a:p>
          <a:p>
            <a:pPr lvl="1"/>
            <a:r>
              <a:t>Anti-Gaming: Trust-weighted skills and deep honeypot detection.</a:t>
            </a:r>
          </a:p>
          <a:p>
            <a:pPr lvl="1"/>
            <a:r>
              <a:t>Context-Aware: Favor product-company experience and production deployment over consulting-heavy static roles.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9-Component Scorer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balanced, composite evaluation (Sum = 100%):</a:t>
            </a:r>
          </a:p>
          <a:p>
            <a:pPr lvl="1"/>
            <a:r>
              <a:t>25% - Title &amp; Career (Role relevance, seniority, progression)</a:t>
            </a:r>
          </a:p>
          <a:p>
            <a:pPr lvl="1"/>
            <a:r>
              <a:t>18% - Skill Match (Proficiency × Duration × Endorsements)</a:t>
            </a:r>
          </a:p>
          <a:p>
            <a:pPr lvl="1"/>
            <a:r>
              <a:t>12% - Semantic Similarity (all-mpnet-base-v2 embeddings)</a:t>
            </a:r>
          </a:p>
          <a:p>
            <a:pPr lvl="1"/>
            <a:r>
              <a:t>10% - Experience Fit (Gaussian sweet spot around 5-9 yrs)</a:t>
            </a:r>
          </a:p>
          <a:p>
            <a:pPr lvl="1"/>
            <a:r>
              <a:t>10% - Behavioral Signals (Response rate, recency, activity)</a:t>
            </a:r>
          </a:p>
          <a:p>
            <a:pPr lvl="1"/>
            <a:r>
              <a:t> 8% - Career Depth (Product ratio, shipped-to-prod keywords)</a:t>
            </a:r>
          </a:p>
          <a:p>
            <a:pPr lvl="1"/>
            <a:r>
              <a:t> 7% - Assessments (Actual test scores &gt; self-reported)</a:t>
            </a:r>
          </a:p>
          <a:p>
            <a:pPr lvl="1"/>
            <a:r>
              <a:t> 5% - Location (India/Pune/Noida focus)</a:t>
            </a:r>
          </a:p>
          <a:p>
            <a:pPr lvl="1"/>
            <a:r>
              <a:t> 5% - Education (Relevance &amp; Tier)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Secret Sauce: Deep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Going beyond standard filtering:</a:t>
            </a:r>
          </a:p>
          <a:p>
            <a:pPr lvl="1"/>
            <a:r>
              <a:t>Job-Hopper Detection: Average tenure &lt; 18 months incurs a scaling penalty.</a:t>
            </a:r>
          </a:p>
          <a:p>
            <a:pPr lvl="1"/>
            <a:r>
              <a:t>Consulting vs. Product: Rewards product company backgrounds as requested by the JD.</a:t>
            </a:r>
          </a:p>
          <a:p>
            <a:pPr lvl="1"/>
            <a:r>
              <a:t>Production Keywords: Scans descriptions for 'deployed', 'shipped', 'scale', etc.</a:t>
            </a:r>
          </a:p>
          <a:p>
            <a:pPr lvl="1"/>
            <a:r>
              <a:t>Unique Fact-Based Reasoning: The LLM reasoning generator references actual skills, assessment scores, and raises honest concerns instead of using identical templates.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Validity: 9 Honeypot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Detecting fakes and bot profiles:</a:t>
            </a:r>
          </a:p>
          <a:p>
            <a:pPr lvl="1"/>
            <a:r>
              <a:t>Impossible YOE vs Education timeline</a:t>
            </a:r>
          </a:p>
          <a:p>
            <a:pPr lvl="1"/>
            <a:r>
              <a:t>Excessive 'Expert' skill inflation for low YOE</a:t>
            </a:r>
          </a:p>
          <a:p>
            <a:pPr lvl="1"/>
            <a:r>
              <a:t>Mass zero-duration expert skills</a:t>
            </a:r>
          </a:p>
          <a:p>
            <a:pPr lvl="1"/>
            <a:r>
              <a:t>Reversed chronological timelines</a:t>
            </a:r>
          </a:p>
          <a:p>
            <a:pPr lvl="1"/>
            <a:r>
              <a:t>Chronological impossibilities (YOE &gt; max possible)</a:t>
            </a:r>
          </a:p>
          <a:p>
            <a:pPr lvl="1"/>
            <a:r>
              <a:t>GitHub link integrity anomalies</a:t>
            </a:r>
          </a:p>
          <a:p>
            <a:pPr lvl="1"/>
            <a:r>
              <a:t>Admin domain mismatch (Keyword stuffing)</a:t>
            </a:r>
          </a:p>
          <a:p>
            <a:pPr lvl="1"/>
            <a:r>
              <a:t>Impossible behavioral bot patterns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